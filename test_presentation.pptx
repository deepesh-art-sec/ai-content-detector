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Artificial Intelligence in Higher Education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Furthermore, generative language models represent a paradigm shift in modern natural language understanding. It is a testament to recent breakthroughs in deep learning architectures. In conclusion, universities must delve into rigorous authenticity verification protocols.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Methodologies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Faculty members continue to emphasize critical thinking and oral examination defenses. Individual interviews ensure genuine student understanding beyond automated tools. Hands-on laboratory work provides undeniable proof of individual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